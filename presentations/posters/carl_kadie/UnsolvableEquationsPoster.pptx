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sldIdLst>
    <p:sldId id="256" r:id="rId2"/>
  </p:sldIdLst>
  <p:sldSz cx="43891200" cy="32918400"/>
  <p:notesSz cx="6858000" cy="9144000"/>
  <p:embeddedFontLst>
    <p:embeddedFont>
      <p:font typeface="Montserrat Italic" panose="020B0604020202020204" charset="0"/>
      <p:italic r:id="rId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6936" userDrawn="1">
          <p15:clr>
            <a:srgbClr val="A4A3A4"/>
          </p15:clr>
        </p15:guide>
        <p15:guide id="3" pos="207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215F9A"/>
    <a:srgbClr val="CC9900"/>
    <a:srgbClr val="FFFFCC"/>
    <a:srgbClr val="0037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BE0C9-CA23-49C6-A21D-262EAF4A4D46}" v="164" dt="2025-06-18T15:01:54.9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50" d="100"/>
          <a:sy n="50" d="100"/>
        </p:scale>
        <p:origin x="-6864" y="-6108"/>
      </p:cViewPr>
      <p:guideLst>
        <p:guide orient="horz" pos="10368"/>
        <p:guide pos="6936"/>
        <p:guide pos="207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 K" userId="b89ee402873f0f4a" providerId="LiveId" clId="{7F3BE0C9-CA23-49C6-A21D-262EAF4A4D46}"/>
    <pc:docChg chg="undo custSel modSld">
      <pc:chgData name="Carl K" userId="b89ee402873f0f4a" providerId="LiveId" clId="{7F3BE0C9-CA23-49C6-A21D-262EAF4A4D46}" dt="2025-06-18T15:07:42.682" v="2284" actId="113"/>
      <pc:docMkLst>
        <pc:docMk/>
      </pc:docMkLst>
      <pc:sldChg chg="addSp delSp modSp mod">
        <pc:chgData name="Carl K" userId="b89ee402873f0f4a" providerId="LiveId" clId="{7F3BE0C9-CA23-49C6-A21D-262EAF4A4D46}" dt="2025-06-18T15:07:42.682" v="2284" actId="113"/>
        <pc:sldMkLst>
          <pc:docMk/>
          <pc:sldMk cId="2643742301" sldId="256"/>
        </pc:sldMkLst>
        <pc:spChg chg="mod">
          <ac:chgData name="Carl K" userId="b89ee402873f0f4a" providerId="LiveId" clId="{7F3BE0C9-CA23-49C6-A21D-262EAF4A4D46}" dt="2025-06-16T22:24:18.885" v="132" actId="207"/>
          <ac:spMkLst>
            <pc:docMk/>
            <pc:sldMk cId="2643742301" sldId="256"/>
            <ac:spMk id="4" creationId="{46B1F26B-EB0B-ACBC-C314-3825C4C45A5A}"/>
          </ac:spMkLst>
        </pc:spChg>
        <pc:spChg chg="mod">
          <ac:chgData name="Carl K" userId="b89ee402873f0f4a" providerId="LiveId" clId="{7F3BE0C9-CA23-49C6-A21D-262EAF4A4D46}" dt="2025-06-17T20:22:36.980" v="1107"/>
          <ac:spMkLst>
            <pc:docMk/>
            <pc:sldMk cId="2643742301" sldId="256"/>
            <ac:spMk id="5" creationId="{7BB389BB-594F-6EB8-822E-6E4F28366234}"/>
          </ac:spMkLst>
        </pc:spChg>
        <pc:spChg chg="mod">
          <ac:chgData name="Carl K" userId="b89ee402873f0f4a" providerId="LiveId" clId="{7F3BE0C9-CA23-49C6-A21D-262EAF4A4D46}" dt="2025-06-18T15:03:26.443" v="2264" actId="255"/>
          <ac:spMkLst>
            <pc:docMk/>
            <pc:sldMk cId="2643742301" sldId="256"/>
            <ac:spMk id="7" creationId="{428EBE12-F4C0-2F65-96AE-86F70BED64E5}"/>
          </ac:spMkLst>
        </pc:spChg>
        <pc:spChg chg="add mod ord">
          <ac:chgData name="Carl K" userId="b89ee402873f0f4a" providerId="LiveId" clId="{7F3BE0C9-CA23-49C6-A21D-262EAF4A4D46}" dt="2025-06-16T22:16:02.412" v="75" actId="171"/>
          <ac:spMkLst>
            <pc:docMk/>
            <pc:sldMk cId="2643742301" sldId="256"/>
            <ac:spMk id="15" creationId="{9F275598-B2BB-B760-1918-847998729490}"/>
          </ac:spMkLst>
        </pc:spChg>
        <pc:spChg chg="add mod ord">
          <ac:chgData name="Carl K" userId="b89ee402873f0f4a" providerId="LiveId" clId="{7F3BE0C9-CA23-49C6-A21D-262EAF4A4D46}" dt="2025-06-18T01:51:38.053" v="2126" actId="1076"/>
          <ac:spMkLst>
            <pc:docMk/>
            <pc:sldMk cId="2643742301" sldId="256"/>
            <ac:spMk id="17" creationId="{030E5805-BFB9-00A3-6E69-46E25A287B13}"/>
          </ac:spMkLst>
        </pc:spChg>
        <pc:spChg chg="add mod">
          <ac:chgData name="Carl K" userId="b89ee402873f0f4a" providerId="LiveId" clId="{7F3BE0C9-CA23-49C6-A21D-262EAF4A4D46}" dt="2025-06-18T15:05:53.686" v="2280" actId="255"/>
          <ac:spMkLst>
            <pc:docMk/>
            <pc:sldMk cId="2643742301" sldId="256"/>
            <ac:spMk id="18" creationId="{A08B9C33-EAD9-6C72-4F4A-CBEFE3A5A630}"/>
          </ac:spMkLst>
        </pc:spChg>
        <pc:spChg chg="add mod ord">
          <ac:chgData name="Carl K" userId="b89ee402873f0f4a" providerId="LiveId" clId="{7F3BE0C9-CA23-49C6-A21D-262EAF4A4D46}" dt="2025-06-17T23:24:57.283" v="1418" actId="692"/>
          <ac:spMkLst>
            <pc:docMk/>
            <pc:sldMk cId="2643742301" sldId="256"/>
            <ac:spMk id="21" creationId="{BDA4AE56-B910-0F13-399C-5C79B9ABFB20}"/>
          </ac:spMkLst>
        </pc:spChg>
        <pc:spChg chg="add mod">
          <ac:chgData name="Carl K" userId="b89ee402873f0f4a" providerId="LiveId" clId="{7F3BE0C9-CA23-49C6-A21D-262EAF4A4D46}" dt="2025-06-18T02:02:32.100" v="2257"/>
          <ac:spMkLst>
            <pc:docMk/>
            <pc:sldMk cId="2643742301" sldId="256"/>
            <ac:spMk id="22" creationId="{178C113D-8CAB-4C04-BBFC-5B2893659264}"/>
          </ac:spMkLst>
        </pc:spChg>
        <pc:spChg chg="add mod">
          <ac:chgData name="Carl K" userId="b89ee402873f0f4a" providerId="LiveId" clId="{7F3BE0C9-CA23-49C6-A21D-262EAF4A4D46}" dt="2025-06-17T23:25:54.519" v="1420" actId="1076"/>
          <ac:spMkLst>
            <pc:docMk/>
            <pc:sldMk cId="2643742301" sldId="256"/>
            <ac:spMk id="23" creationId="{09264E9C-D492-6365-2BC2-698CC73985C0}"/>
          </ac:spMkLst>
        </pc:spChg>
        <pc:spChg chg="add mod">
          <ac:chgData name="Carl K" userId="b89ee402873f0f4a" providerId="LiveId" clId="{7F3BE0C9-CA23-49C6-A21D-262EAF4A4D46}" dt="2025-06-17T23:25:54.519" v="1420" actId="1076"/>
          <ac:spMkLst>
            <pc:docMk/>
            <pc:sldMk cId="2643742301" sldId="256"/>
            <ac:spMk id="24" creationId="{3ABA6A48-D594-D05C-5C6A-26F67908C929}"/>
          </ac:spMkLst>
        </pc:spChg>
        <pc:spChg chg="add del mod">
          <ac:chgData name="Carl K" userId="b89ee402873f0f4a" providerId="LiveId" clId="{7F3BE0C9-CA23-49C6-A21D-262EAF4A4D46}" dt="2025-06-17T00:32:22.299" v="739" actId="478"/>
          <ac:spMkLst>
            <pc:docMk/>
            <pc:sldMk cId="2643742301" sldId="256"/>
            <ac:spMk id="26" creationId="{126CAF28-04E5-7761-08F4-D2408344E7C2}"/>
          </ac:spMkLst>
        </pc:spChg>
        <pc:spChg chg="add mod">
          <ac:chgData name="Carl K" userId="b89ee402873f0f4a" providerId="LiveId" clId="{7F3BE0C9-CA23-49C6-A21D-262EAF4A4D46}" dt="2025-06-18T00:02:00.574" v="1671" actId="14100"/>
          <ac:spMkLst>
            <pc:docMk/>
            <pc:sldMk cId="2643742301" sldId="256"/>
            <ac:spMk id="29" creationId="{0D45CA32-94D1-25BE-8EDB-066A272A8E2E}"/>
          </ac:spMkLst>
        </pc:spChg>
        <pc:spChg chg="add mod">
          <ac:chgData name="Carl K" userId="b89ee402873f0f4a" providerId="LiveId" clId="{7F3BE0C9-CA23-49C6-A21D-262EAF4A4D46}" dt="2025-06-18T15:01:54.953" v="2263"/>
          <ac:spMkLst>
            <pc:docMk/>
            <pc:sldMk cId="2643742301" sldId="256"/>
            <ac:spMk id="30" creationId="{E5D1A986-F117-7060-5FF2-F75D250C4D94}"/>
          </ac:spMkLst>
        </pc:spChg>
        <pc:spChg chg="add del mod">
          <ac:chgData name="Carl K" userId="b89ee402873f0f4a" providerId="LiveId" clId="{7F3BE0C9-CA23-49C6-A21D-262EAF4A4D46}" dt="2025-06-17T01:04:46.881" v="1068" actId="478"/>
          <ac:spMkLst>
            <pc:docMk/>
            <pc:sldMk cId="2643742301" sldId="256"/>
            <ac:spMk id="31" creationId="{9C92E87A-2238-0AC7-A07A-882ECDFA12EF}"/>
          </ac:spMkLst>
        </pc:spChg>
        <pc:spChg chg="add del mod">
          <ac:chgData name="Carl K" userId="b89ee402873f0f4a" providerId="LiveId" clId="{7F3BE0C9-CA23-49C6-A21D-262EAF4A4D46}" dt="2025-06-17T20:22:13.851" v="1106"/>
          <ac:spMkLst>
            <pc:docMk/>
            <pc:sldMk cId="2643742301" sldId="256"/>
            <ac:spMk id="36" creationId="{20EA05BF-388B-A5B8-06FE-F841F1B6DDFB}"/>
          </ac:spMkLst>
        </pc:spChg>
        <pc:spChg chg="add del mod">
          <ac:chgData name="Carl K" userId="b89ee402873f0f4a" providerId="LiveId" clId="{7F3BE0C9-CA23-49C6-A21D-262EAF4A4D46}" dt="2025-06-17T20:22:13.848" v="1104" actId="478"/>
          <ac:spMkLst>
            <pc:docMk/>
            <pc:sldMk cId="2643742301" sldId="256"/>
            <ac:spMk id="37" creationId="{A44E343A-36E1-776D-E863-FD7AC03E8C38}"/>
          </ac:spMkLst>
        </pc:spChg>
        <pc:spChg chg="add mod">
          <ac:chgData name="Carl K" userId="b89ee402873f0f4a" providerId="LiveId" clId="{7F3BE0C9-CA23-49C6-A21D-262EAF4A4D46}" dt="2025-06-17T20:32:07.508" v="1204" actId="1076"/>
          <ac:spMkLst>
            <pc:docMk/>
            <pc:sldMk cId="2643742301" sldId="256"/>
            <ac:spMk id="54" creationId="{3CF1387A-418A-3BEE-27B1-4C09AB1B3A30}"/>
          </ac:spMkLst>
        </pc:spChg>
        <pc:spChg chg="add mod">
          <ac:chgData name="Carl K" userId="b89ee402873f0f4a" providerId="LiveId" clId="{7F3BE0C9-CA23-49C6-A21D-262EAF4A4D46}" dt="2025-06-18T00:00:37.316" v="1670" actId="14100"/>
          <ac:spMkLst>
            <pc:docMk/>
            <pc:sldMk cId="2643742301" sldId="256"/>
            <ac:spMk id="56" creationId="{7240B79F-5A93-AAA0-489A-934293D8D842}"/>
          </ac:spMkLst>
        </pc:spChg>
        <pc:spChg chg="add mod">
          <ac:chgData name="Carl K" userId="b89ee402873f0f4a" providerId="LiveId" clId="{7F3BE0C9-CA23-49C6-A21D-262EAF4A4D46}" dt="2025-06-17T23:21:13.885" v="1289" actId="1076"/>
          <ac:spMkLst>
            <pc:docMk/>
            <pc:sldMk cId="2643742301" sldId="256"/>
            <ac:spMk id="57" creationId="{E58D8C77-2FFA-13A3-DC44-54149E484869}"/>
          </ac:spMkLst>
        </pc:spChg>
        <pc:spChg chg="add mod">
          <ac:chgData name="Carl K" userId="b89ee402873f0f4a" providerId="LiveId" clId="{7F3BE0C9-CA23-49C6-A21D-262EAF4A4D46}" dt="2025-06-18T15:03:37.956" v="2265" actId="113"/>
          <ac:spMkLst>
            <pc:docMk/>
            <pc:sldMk cId="2643742301" sldId="256"/>
            <ac:spMk id="59" creationId="{9DD4B960-8CC5-E1AE-734D-A4DEB224E71C}"/>
          </ac:spMkLst>
        </pc:spChg>
        <pc:spChg chg="add mod">
          <ac:chgData name="Carl K" userId="b89ee402873f0f4a" providerId="LiveId" clId="{7F3BE0C9-CA23-49C6-A21D-262EAF4A4D46}" dt="2025-06-17T23:58:27.035" v="1642" actId="14100"/>
          <ac:spMkLst>
            <pc:docMk/>
            <pc:sldMk cId="2643742301" sldId="256"/>
            <ac:spMk id="60" creationId="{0DBDA63F-96AA-53A6-719F-99776A8BE921}"/>
          </ac:spMkLst>
        </pc:spChg>
        <pc:spChg chg="add mod">
          <ac:chgData name="Carl K" userId="b89ee402873f0f4a" providerId="LiveId" clId="{7F3BE0C9-CA23-49C6-A21D-262EAF4A4D46}" dt="2025-06-18T15:06:34.117" v="2282" actId="1076"/>
          <ac:spMkLst>
            <pc:docMk/>
            <pc:sldMk cId="2643742301" sldId="256"/>
            <ac:spMk id="61" creationId="{AE3AFEAD-F788-851A-7910-927E32D27314}"/>
          </ac:spMkLst>
        </pc:spChg>
        <pc:spChg chg="add mod">
          <ac:chgData name="Carl K" userId="b89ee402873f0f4a" providerId="LiveId" clId="{7F3BE0C9-CA23-49C6-A21D-262EAF4A4D46}" dt="2025-06-17T23:58:55.613" v="1651" actId="14100"/>
          <ac:spMkLst>
            <pc:docMk/>
            <pc:sldMk cId="2643742301" sldId="256"/>
            <ac:spMk id="1024" creationId="{B130D0AE-077A-2200-186D-D6541A7397BC}"/>
          </ac:spMkLst>
        </pc:spChg>
        <pc:spChg chg="add mod">
          <ac:chgData name="Carl K" userId="b89ee402873f0f4a" providerId="LiveId" clId="{7F3BE0C9-CA23-49C6-A21D-262EAF4A4D46}" dt="2025-06-17T23:33:58.948" v="1639" actId="12"/>
          <ac:spMkLst>
            <pc:docMk/>
            <pc:sldMk cId="2643742301" sldId="256"/>
            <ac:spMk id="1025" creationId="{A5EA1CB5-0DDF-4559-9C49-7FC7855BD107}"/>
          </ac:spMkLst>
        </pc:spChg>
        <pc:spChg chg="add mod">
          <ac:chgData name="Carl K" userId="b89ee402873f0f4a" providerId="LiveId" clId="{7F3BE0C9-CA23-49C6-A21D-262EAF4A4D46}" dt="2025-06-18T00:03:41.105" v="1679" actId="207"/>
          <ac:spMkLst>
            <pc:docMk/>
            <pc:sldMk cId="2643742301" sldId="256"/>
            <ac:spMk id="1030" creationId="{711A9B39-5C43-3C9F-7EE1-EED7761D3A7F}"/>
          </ac:spMkLst>
        </pc:spChg>
        <pc:spChg chg="add mod">
          <ac:chgData name="Carl K" userId="b89ee402873f0f4a" providerId="LiveId" clId="{7F3BE0C9-CA23-49C6-A21D-262EAF4A4D46}" dt="2025-06-18T15:07:42.682" v="2284" actId="113"/>
          <ac:spMkLst>
            <pc:docMk/>
            <pc:sldMk cId="2643742301" sldId="256"/>
            <ac:spMk id="1031" creationId="{736D0034-89D1-842C-1F18-370880E79E46}"/>
          </ac:spMkLst>
        </pc:spChg>
        <pc:spChg chg="add mod ord">
          <ac:chgData name="Carl K" userId="b89ee402873f0f4a" providerId="LiveId" clId="{7F3BE0C9-CA23-49C6-A21D-262EAF4A4D46}" dt="2025-06-18T01:51:31.762" v="2125" actId="207"/>
          <ac:spMkLst>
            <pc:docMk/>
            <pc:sldMk cId="2643742301" sldId="256"/>
            <ac:spMk id="1032" creationId="{C8B50AC4-601D-1137-A56E-AAEC58952326}"/>
          </ac:spMkLst>
        </pc:spChg>
        <pc:spChg chg="add mod">
          <ac:chgData name="Carl K" userId="b89ee402873f0f4a" providerId="LiveId" clId="{7F3BE0C9-CA23-49C6-A21D-262EAF4A4D46}" dt="2025-06-18T01:57:05.159" v="2252" actId="14100"/>
          <ac:spMkLst>
            <pc:docMk/>
            <pc:sldMk cId="2643742301" sldId="256"/>
            <ac:spMk id="1034" creationId="{06D2C7AA-845E-757F-781A-EC7040F8987E}"/>
          </ac:spMkLst>
        </pc:spChg>
        <pc:picChg chg="add del mod ord modCrop">
          <ac:chgData name="Carl K" userId="b89ee402873f0f4a" providerId="LiveId" clId="{7F3BE0C9-CA23-49C6-A21D-262EAF4A4D46}" dt="2025-06-18T00:03:14.189" v="1677" actId="1076"/>
          <ac:picMkLst>
            <pc:docMk/>
            <pc:sldMk cId="2643742301" sldId="256"/>
            <ac:picMk id="14" creationId="{7DE10D9A-BA99-953D-25B0-4E21E05CA748}"/>
          </ac:picMkLst>
        </pc:picChg>
        <pc:picChg chg="add mod">
          <ac:chgData name="Carl K" userId="b89ee402873f0f4a" providerId="LiveId" clId="{7F3BE0C9-CA23-49C6-A21D-262EAF4A4D46}" dt="2025-06-18T01:59:14.653" v="2255" actId="1036"/>
          <ac:picMkLst>
            <pc:docMk/>
            <pc:sldMk cId="2643742301" sldId="256"/>
            <ac:picMk id="20" creationId="{ACA350B4-04B6-FEB0-420A-2BDC4097800D}"/>
          </ac:picMkLst>
        </pc:picChg>
        <pc:picChg chg="add del mod">
          <ac:chgData name="Carl K" userId="b89ee402873f0f4a" providerId="LiveId" clId="{7F3BE0C9-CA23-49C6-A21D-262EAF4A4D46}" dt="2025-06-17T00:32:17.571" v="738" actId="478"/>
          <ac:picMkLst>
            <pc:docMk/>
            <pc:sldMk cId="2643742301" sldId="256"/>
            <ac:picMk id="25" creationId="{EFBEF960-C706-D20B-4B13-A4DAAA49676F}"/>
          </ac:picMkLst>
        </pc:picChg>
        <pc:picChg chg="add mod">
          <ac:chgData name="Carl K" userId="b89ee402873f0f4a" providerId="LiveId" clId="{7F3BE0C9-CA23-49C6-A21D-262EAF4A4D46}" dt="2025-06-17T00:46:13.047" v="815" actId="207"/>
          <ac:picMkLst>
            <pc:docMk/>
            <pc:sldMk cId="2643742301" sldId="256"/>
            <ac:picMk id="28" creationId="{CCC10CF4-7C45-3442-DD2E-0A71845B3515}"/>
          </ac:picMkLst>
        </pc:picChg>
        <pc:picChg chg="add del mod">
          <ac:chgData name="Carl K" userId="b89ee402873f0f4a" providerId="LiveId" clId="{7F3BE0C9-CA23-49C6-A21D-262EAF4A4D46}" dt="2025-06-17T01:07:45.253" v="1087" actId="478"/>
          <ac:picMkLst>
            <pc:docMk/>
            <pc:sldMk cId="2643742301" sldId="256"/>
            <ac:picMk id="33" creationId="{313726D1-9989-0B8F-D37C-FB8B674194E5}"/>
          </ac:picMkLst>
        </pc:picChg>
        <pc:picChg chg="add mod">
          <ac:chgData name="Carl K" userId="b89ee402873f0f4a" providerId="LiveId" clId="{7F3BE0C9-CA23-49C6-A21D-262EAF4A4D46}" dt="2025-06-17T20:29:41.845" v="1195" actId="1076"/>
          <ac:picMkLst>
            <pc:docMk/>
            <pc:sldMk cId="2643742301" sldId="256"/>
            <ac:picMk id="35" creationId="{C313D2B0-2534-75BD-5098-186C726758AB}"/>
          </ac:picMkLst>
        </pc:picChg>
        <pc:picChg chg="add mod">
          <ac:chgData name="Carl K" userId="b89ee402873f0f4a" providerId="LiveId" clId="{7F3BE0C9-CA23-49C6-A21D-262EAF4A4D46}" dt="2025-06-17T20:29:45.427" v="1196" actId="1036"/>
          <ac:picMkLst>
            <pc:docMk/>
            <pc:sldMk cId="2643742301" sldId="256"/>
            <ac:picMk id="39" creationId="{D61A3786-166A-5238-2574-3BAFF4FD59B0}"/>
          </ac:picMkLst>
        </pc:picChg>
        <pc:picChg chg="add del mod">
          <ac:chgData name="Carl K" userId="b89ee402873f0f4a" providerId="LiveId" clId="{7F3BE0C9-CA23-49C6-A21D-262EAF4A4D46}" dt="2025-06-17T20:31:39.678" v="1199" actId="478"/>
          <ac:picMkLst>
            <pc:docMk/>
            <pc:sldMk cId="2643742301" sldId="256"/>
            <ac:picMk id="41" creationId="{A3EC27A9-04CF-63CF-BEEC-C43EBFBC45FB}"/>
          </ac:picMkLst>
        </pc:picChg>
        <pc:picChg chg="add mod">
          <ac:chgData name="Carl K" userId="b89ee402873f0f4a" providerId="LiveId" clId="{7F3BE0C9-CA23-49C6-A21D-262EAF4A4D46}" dt="2025-06-17T23:23:20.727" v="1378" actId="1036"/>
          <ac:picMkLst>
            <pc:docMk/>
            <pc:sldMk cId="2643742301" sldId="256"/>
            <ac:picMk id="43" creationId="{A644CDD4-5224-2ECC-5F9E-D7184F441CCF}"/>
          </ac:picMkLst>
        </pc:picChg>
        <pc:picChg chg="add del mod">
          <ac:chgData name="Carl K" userId="b89ee402873f0f4a" providerId="LiveId" clId="{7F3BE0C9-CA23-49C6-A21D-262EAF4A4D46}" dt="2025-06-17T20:27:10.464" v="1152" actId="478"/>
          <ac:picMkLst>
            <pc:docMk/>
            <pc:sldMk cId="2643742301" sldId="256"/>
            <ac:picMk id="45" creationId="{994411AE-1EF7-A48C-E5CA-C959C907A77A}"/>
          </ac:picMkLst>
        </pc:picChg>
        <pc:picChg chg="add del">
          <ac:chgData name="Carl K" userId="b89ee402873f0f4a" providerId="LiveId" clId="{7F3BE0C9-CA23-49C6-A21D-262EAF4A4D46}" dt="2025-06-17T20:27:28.996" v="1156" actId="22"/>
          <ac:picMkLst>
            <pc:docMk/>
            <pc:sldMk cId="2643742301" sldId="256"/>
            <ac:picMk id="47" creationId="{ADE7389C-5810-7748-F104-BA7B56843DE4}"/>
          </ac:picMkLst>
        </pc:picChg>
        <pc:picChg chg="add del">
          <ac:chgData name="Carl K" userId="b89ee402873f0f4a" providerId="LiveId" clId="{7F3BE0C9-CA23-49C6-A21D-262EAF4A4D46}" dt="2025-06-17T20:27:28.570" v="1155" actId="22"/>
          <ac:picMkLst>
            <pc:docMk/>
            <pc:sldMk cId="2643742301" sldId="256"/>
            <ac:picMk id="49" creationId="{D4865FC5-0057-921B-06A2-95C1B9D690F2}"/>
          </ac:picMkLst>
        </pc:picChg>
        <pc:picChg chg="add del">
          <ac:chgData name="Carl K" userId="b89ee402873f0f4a" providerId="LiveId" clId="{7F3BE0C9-CA23-49C6-A21D-262EAF4A4D46}" dt="2025-06-17T20:28:07.434" v="1159" actId="22"/>
          <ac:picMkLst>
            <pc:docMk/>
            <pc:sldMk cId="2643742301" sldId="256"/>
            <ac:picMk id="51" creationId="{89FD9E4F-E38A-5959-C274-6FB21D2D29A4}"/>
          </ac:picMkLst>
        </pc:picChg>
        <pc:picChg chg="add mod">
          <ac:chgData name="Carl K" userId="b89ee402873f0f4a" providerId="LiveId" clId="{7F3BE0C9-CA23-49C6-A21D-262EAF4A4D46}" dt="2025-06-17T23:23:20.727" v="1378" actId="1036"/>
          <ac:picMkLst>
            <pc:docMk/>
            <pc:sldMk cId="2643742301" sldId="256"/>
            <ac:picMk id="53" creationId="{9F67CB33-8AA9-9482-5423-0BCC8D63FD8A}"/>
          </ac:picMkLst>
        </pc:picChg>
        <pc:picChg chg="add mod">
          <ac:chgData name="Carl K" userId="b89ee402873f0f4a" providerId="LiveId" clId="{7F3BE0C9-CA23-49C6-A21D-262EAF4A4D46}" dt="2025-06-17T23:23:20.727" v="1378" actId="1036"/>
          <ac:picMkLst>
            <pc:docMk/>
            <pc:sldMk cId="2643742301" sldId="256"/>
            <ac:picMk id="55" creationId="{8E22741F-9228-22DE-1EF0-3875F3C53BF7}"/>
          </ac:picMkLst>
        </pc:picChg>
        <pc:picChg chg="add mod">
          <ac:chgData name="Carl K" userId="b89ee402873f0f4a" providerId="LiveId" clId="{7F3BE0C9-CA23-49C6-A21D-262EAF4A4D46}" dt="2025-06-17T23:21:13.885" v="1289" actId="1076"/>
          <ac:picMkLst>
            <pc:docMk/>
            <pc:sldMk cId="2643742301" sldId="256"/>
            <ac:picMk id="58" creationId="{53A56F09-B04F-AA3C-B431-D52ADDAE7FE9}"/>
          </ac:picMkLst>
        </pc:picChg>
        <pc:picChg chg="add mod">
          <ac:chgData name="Carl K" userId="b89ee402873f0f4a" providerId="LiveId" clId="{7F3BE0C9-CA23-49C6-A21D-262EAF4A4D46}" dt="2025-06-18T02:08:51.466" v="2261" actId="1035"/>
          <ac:picMkLst>
            <pc:docMk/>
            <pc:sldMk cId="2643742301" sldId="256"/>
            <ac:picMk id="62" creationId="{DDECDE61-ECFB-7375-46E6-800FCDC145F9}"/>
          </ac:picMkLst>
        </pc:picChg>
        <pc:picChg chg="add mod">
          <ac:chgData name="Carl K" userId="b89ee402873f0f4a" providerId="LiveId" clId="{7F3BE0C9-CA23-49C6-A21D-262EAF4A4D46}" dt="2025-06-17T23:59:11.276" v="1658" actId="14100"/>
          <ac:picMkLst>
            <pc:docMk/>
            <pc:sldMk cId="2643742301" sldId="256"/>
            <ac:picMk id="63" creationId="{8FAE64A3-AF1B-A23B-8A15-2B98E86ECF50}"/>
          </ac:picMkLst>
        </pc:picChg>
        <pc:picChg chg="add mod">
          <ac:chgData name="Carl K" userId="b89ee402873f0f4a" providerId="LiveId" clId="{7F3BE0C9-CA23-49C6-A21D-262EAF4A4D46}" dt="2025-06-18T00:00:29.371" v="1669" actId="1440"/>
          <ac:picMkLst>
            <pc:docMk/>
            <pc:sldMk cId="2643742301" sldId="256"/>
            <ac:picMk id="1026" creationId="{C25D1441-C65D-9BD3-B3A5-C7E0D75E5934}"/>
          </ac:picMkLst>
        </pc:picChg>
        <pc:picChg chg="add mod">
          <ac:chgData name="Carl K" userId="b89ee402873f0f4a" providerId="LiveId" clId="{7F3BE0C9-CA23-49C6-A21D-262EAF4A4D46}" dt="2025-06-17T23:59:50.170" v="1663" actId="1440"/>
          <ac:picMkLst>
            <pc:docMk/>
            <pc:sldMk cId="2643742301" sldId="256"/>
            <ac:picMk id="1028" creationId="{1F9EE173-5C83-63A3-F369-20E90A51E2D8}"/>
          </ac:picMkLst>
        </pc:picChg>
        <pc:picChg chg="add mod">
          <ac:chgData name="Carl K" userId="b89ee402873f0f4a" providerId="LiveId" clId="{7F3BE0C9-CA23-49C6-A21D-262EAF4A4D46}" dt="2025-06-17T23:58:44.378" v="1650" actId="14100"/>
          <ac:picMkLst>
            <pc:docMk/>
            <pc:sldMk cId="2643742301" sldId="256"/>
            <ac:picMk id="1029" creationId="{30D7777E-90B1-EE21-8340-B594F0B43173}"/>
          </ac:picMkLst>
        </pc:picChg>
        <pc:picChg chg="add mod">
          <ac:chgData name="Carl K" userId="b89ee402873f0f4a" providerId="LiveId" clId="{7F3BE0C9-CA23-49C6-A21D-262EAF4A4D46}" dt="2025-06-18T01:57:14.461" v="2254" actId="1076"/>
          <ac:picMkLst>
            <pc:docMk/>
            <pc:sldMk cId="2643742301" sldId="256"/>
            <ac:picMk id="1033" creationId="{566E60DD-7793-8F9C-20DE-C1238E3E9B0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4768-2294-4132-B4B8-A5BBBDD919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104-AADE-4B13-9BDC-04D7595B0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49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4768-2294-4132-B4B8-A5BBBDD919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104-AADE-4B13-9BDC-04D7595B0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89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4768-2294-4132-B4B8-A5BBBDD919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104-AADE-4B13-9BDC-04D7595B0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2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4768-2294-4132-B4B8-A5BBBDD919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104-AADE-4B13-9BDC-04D7595B0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54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4768-2294-4132-B4B8-A5BBBDD919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104-AADE-4B13-9BDC-04D7595B0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93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4768-2294-4132-B4B8-A5BBBDD919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104-AADE-4B13-9BDC-04D7595B0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32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4768-2294-4132-B4B8-A5BBBDD919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104-AADE-4B13-9BDC-04D7595B0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67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4768-2294-4132-B4B8-A5BBBDD919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104-AADE-4B13-9BDC-04D7595B0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68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4768-2294-4132-B4B8-A5BBBDD919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104-AADE-4B13-9BDC-04D7595B0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748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4768-2294-4132-B4B8-A5BBBDD919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104-AADE-4B13-9BDC-04D7595B0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78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04768-2294-4132-B4B8-A5BBBDD919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CD104-AADE-4B13-9BDC-04D7595B0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70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004768-2294-4132-B4B8-A5BBBDD919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4CD104-AADE-4B13-9BDC-04D7595B0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60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B1F26B-EB0B-ACBC-C314-3825C4C45A5A}"/>
              </a:ext>
            </a:extLst>
          </p:cNvPr>
          <p:cNvSpPr/>
          <p:nvPr/>
        </p:nvSpPr>
        <p:spPr>
          <a:xfrm>
            <a:off x="11010900" y="0"/>
            <a:ext cx="21907500" cy="32918400"/>
          </a:xfrm>
          <a:prstGeom prst="rect">
            <a:avLst/>
          </a:prstGeom>
          <a:gradFill flip="none" rotWithShape="1">
            <a:gsLst>
              <a:gs pos="0">
                <a:srgbClr val="00376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B389BB-594F-6EB8-822E-6E4F28366234}"/>
              </a:ext>
            </a:extLst>
          </p:cNvPr>
          <p:cNvSpPr/>
          <p:nvPr/>
        </p:nvSpPr>
        <p:spPr>
          <a:xfrm>
            <a:off x="0" y="0"/>
            <a:ext cx="11010900" cy="3291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312A69-BD0C-B2B1-1FF9-46D21FE73680}"/>
              </a:ext>
            </a:extLst>
          </p:cNvPr>
          <p:cNvSpPr/>
          <p:nvPr/>
        </p:nvSpPr>
        <p:spPr>
          <a:xfrm>
            <a:off x="32918400" y="0"/>
            <a:ext cx="11010900" cy="3291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8EBE12-F4C0-2F65-96AE-86F70BED64E5}"/>
              </a:ext>
            </a:extLst>
          </p:cNvPr>
          <p:cNvSpPr txBox="1"/>
          <p:nvPr/>
        </p:nvSpPr>
        <p:spPr>
          <a:xfrm>
            <a:off x="11734800" y="1168400"/>
            <a:ext cx="21183600" cy="2189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chemeClr val="bg1"/>
                </a:solidFill>
                <a:latin typeface=" Montserrat Bold"/>
              </a:rPr>
              <a:t>Why can we solve some equations easily, while others seem impossible?</a:t>
            </a:r>
            <a:br>
              <a:rPr lang="en-US" sz="11500" dirty="0">
                <a:solidFill>
                  <a:schemeClr val="bg1"/>
                </a:solidFill>
              </a:rPr>
            </a:br>
            <a:endParaRPr lang="en-US" sz="11500" dirty="0">
              <a:solidFill>
                <a:schemeClr val="bg1"/>
              </a:solidFill>
            </a:endParaRPr>
          </a:p>
          <a:p>
            <a:r>
              <a:rPr lang="en-US" sz="7200" i="1" dirty="0">
                <a:solidFill>
                  <a:schemeClr val="bg1"/>
                </a:solidFill>
                <a:latin typeface="Montserrat Italic"/>
              </a:rPr>
              <a:t>Also: why is this knowledge </a:t>
            </a:r>
            <a:r>
              <a:rPr lang="en-US" sz="7200" b="1" i="1" dirty="0">
                <a:solidFill>
                  <a:schemeClr val="bg1"/>
                </a:solidFill>
                <a:latin typeface="Montserrat Italic"/>
              </a:rPr>
              <a:t>hidden</a:t>
            </a:r>
            <a:r>
              <a:rPr lang="en-US" sz="7200" i="1" dirty="0">
                <a:solidFill>
                  <a:schemeClr val="bg1"/>
                </a:solidFill>
                <a:latin typeface="Montserrat Italic"/>
              </a:rPr>
              <a:t> from us?</a:t>
            </a:r>
          </a:p>
          <a:p>
            <a:endParaRPr lang="en-US" sz="11500" i="1" dirty="0">
              <a:solidFill>
                <a:schemeClr val="bg1"/>
              </a:solidFill>
            </a:endParaRPr>
          </a:p>
          <a:p>
            <a:r>
              <a:rPr lang="en-US" sz="1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Challenge: Solve for </a:t>
            </a:r>
            <a:r>
              <a:rPr lang="en-US" sz="115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</a:p>
          <a:p>
            <a:pPr marL="2971800" lvl="4" indent="-1143000">
              <a:buFont typeface="Arial" panose="020B0604020202020204" pitchFamily="34" charset="0"/>
              <a:buChar char="•"/>
            </a:pPr>
            <a:r>
              <a:rPr lang="en-US" sz="115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sz="1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15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1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²                ✅</a:t>
            </a:r>
          </a:p>
          <a:p>
            <a:pPr marL="2971800" lvl="4" indent="-1143000">
              <a:buFont typeface="Arial" panose="020B0604020202020204" pitchFamily="34" charset="0"/>
              <a:buChar char="•"/>
            </a:pPr>
            <a:r>
              <a:rPr lang="es-ES" sz="115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s-ES" sz="1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= </a:t>
            </a:r>
            <a:r>
              <a:rPr lang="es-ES" sz="115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s-ES" sz="1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−</a:t>
            </a:r>
            <a:r>
              <a:rPr lang="es-ES" sz="115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s-ES" sz="1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sin(</a:t>
            </a:r>
            <a:r>
              <a:rPr lang="es-ES" sz="11500" i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s-ES" sz="1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❌</a:t>
            </a:r>
          </a:p>
          <a:p>
            <a:br>
              <a:rPr lang="es-ES" sz="4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s-ES" sz="4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11500" dirty="0">
                <a:ln>
                  <a:solidFill>
                    <a:schemeClr val="bg2"/>
                  </a:solidFill>
                </a:ln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Trick: “Cheat” with SymPy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endParaRPr lang="es-ES" sz="11500" i="1" dirty="0">
              <a:solidFill>
                <a:schemeClr val="bg1"/>
              </a:solidFill>
            </a:endParaRPr>
          </a:p>
          <a:p>
            <a:pPr marL="1143000" indent="-1143000">
              <a:buFont typeface="Arial" panose="020B0604020202020204" pitchFamily="34" charset="0"/>
              <a:buChar char="•"/>
            </a:pPr>
            <a:endParaRPr lang="en-US" sz="11500" i="1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275598-B2BB-B760-1918-847998729490}"/>
              </a:ext>
            </a:extLst>
          </p:cNvPr>
          <p:cNvSpPr/>
          <p:nvPr/>
        </p:nvSpPr>
        <p:spPr>
          <a:xfrm>
            <a:off x="12598400" y="29921200"/>
            <a:ext cx="7162800" cy="2997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Two men sitting at a table with a snake&#10;&#10;AI-generated content may be incorrect.">
            <a:extLst>
              <a:ext uri="{FF2B5EF4-FFF2-40B4-BE49-F238E27FC236}">
                <a16:creationId xmlns:a16="http://schemas.microsoft.com/office/drawing/2014/main" id="{7DE10D9A-BA99-953D-25B0-4E21E05CA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" t="15762" r="4089" b="-3180"/>
          <a:stretch>
            <a:fillRect/>
          </a:stretch>
        </p:blipFill>
        <p:spPr>
          <a:xfrm>
            <a:off x="10972801" y="21793200"/>
            <a:ext cx="21583649" cy="1154517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DA4AE56-B910-0F13-399C-5C79B9ABFB20}"/>
              </a:ext>
            </a:extLst>
          </p:cNvPr>
          <p:cNvSpPr/>
          <p:nvPr/>
        </p:nvSpPr>
        <p:spPr>
          <a:xfrm>
            <a:off x="32908877" y="0"/>
            <a:ext cx="10982324" cy="807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8B9C33-EAD9-6C72-4F4A-CBEFE3A5A630}"/>
              </a:ext>
            </a:extLst>
          </p:cNvPr>
          <p:cNvSpPr txBox="1"/>
          <p:nvPr/>
        </p:nvSpPr>
        <p:spPr>
          <a:xfrm>
            <a:off x="33978850" y="711200"/>
            <a:ext cx="103124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Explore Solvable and Unsolvable Equations with SymPy</a:t>
            </a:r>
            <a:b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by Carl M. Kadie, </a:t>
            </a:r>
            <a:b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FaST-LMM Open-Source Genomics Project</a:t>
            </a:r>
          </a:p>
          <a:p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https://medium.com/@carlmkadie</a:t>
            </a:r>
          </a:p>
        </p:txBody>
      </p:sp>
      <p:pic>
        <p:nvPicPr>
          <p:cNvPr id="20" name="Picture 19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ACA350B4-04B6-FEB0-420A-2BDC40978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6924" y="4341475"/>
            <a:ext cx="3477875" cy="3477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78C113D-8CAB-4C04-BBFC-5B2893659264}"/>
              </a:ext>
            </a:extLst>
          </p:cNvPr>
          <p:cNvSpPr txBox="1"/>
          <p:nvPr/>
        </p:nvSpPr>
        <p:spPr>
          <a:xfrm>
            <a:off x="37816749" y="4775200"/>
            <a:ext cx="5638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Article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Python Notebook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Source Code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https://bit.ly/EqSolve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264E9C-D492-6365-2BC2-698CC73985C0}"/>
              </a:ext>
            </a:extLst>
          </p:cNvPr>
          <p:cNvSpPr/>
          <p:nvPr/>
        </p:nvSpPr>
        <p:spPr>
          <a:xfrm>
            <a:off x="9524" y="-1925"/>
            <a:ext cx="11010900" cy="7279025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BA6A48-D594-D05C-5C6A-26F67908C929}"/>
              </a:ext>
            </a:extLst>
          </p:cNvPr>
          <p:cNvSpPr txBox="1"/>
          <p:nvPr/>
        </p:nvSpPr>
        <p:spPr>
          <a:xfrm>
            <a:off x="431124" y="239036"/>
            <a:ext cx="1054167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Definitions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Closed-Form Solutions</a:t>
            </a: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 </a:t>
            </a:r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finite combos</a:t>
            </a: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of standard operations (+, –, ×, ÷, √) and functions (exp, sin, etc.)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SymPy</a:t>
            </a: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 an open-source</a:t>
            </a:r>
            <a:b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computer-algebra package</a:t>
            </a: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for Python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8" name="Graphic 27" descr="Open book with solid fill">
            <a:extLst>
              <a:ext uri="{FF2B5EF4-FFF2-40B4-BE49-F238E27FC236}">
                <a16:creationId xmlns:a16="http://schemas.microsoft.com/office/drawing/2014/main" id="{CCC10CF4-7C45-3442-DD2E-0A71845B35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57650" y="4737963"/>
            <a:ext cx="2076450" cy="207645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D45CA32-94D1-25BE-8EDB-066A272A8E2E}"/>
              </a:ext>
            </a:extLst>
          </p:cNvPr>
          <p:cNvSpPr/>
          <p:nvPr/>
        </p:nvSpPr>
        <p:spPr>
          <a:xfrm>
            <a:off x="-28575" y="7277099"/>
            <a:ext cx="11029949" cy="151794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D1A986-F117-7060-5FF2-F75D250C4D94}"/>
              </a:ext>
            </a:extLst>
          </p:cNvPr>
          <p:cNvSpPr txBox="1"/>
          <p:nvPr/>
        </p:nvSpPr>
        <p:spPr>
          <a:xfrm>
            <a:off x="336550" y="7768550"/>
            <a:ext cx="10312400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The “Right” Way: </a:t>
            </a: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Galois (“gal-WAH”) theory, transcendental number theory, algebraic geometry.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The “Wrong” Way:</a:t>
            </a: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sympy.solve(…)</a:t>
            </a:r>
            <a:b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400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#NotAMathematician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i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i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i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i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i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1600" i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The “Good Enough” Way: </a:t>
            </a: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sympy.nsolve(…)</a:t>
            </a:r>
          </a:p>
        </p:txBody>
      </p:sp>
      <p:pic>
        <p:nvPicPr>
          <p:cNvPr id="35" name="Graphic 34" descr="Right pointing backhand index with solid fill">
            <a:extLst>
              <a:ext uri="{FF2B5EF4-FFF2-40B4-BE49-F238E27FC236}">
                <a16:creationId xmlns:a16="http://schemas.microsoft.com/office/drawing/2014/main" id="{C313D2B0-2534-75BD-5098-186C726758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9170992" y="11608391"/>
            <a:ext cx="1514472" cy="151447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61A3786-166A-5238-2574-3BAFF4FD59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6892" y="11144762"/>
            <a:ext cx="6231297" cy="273251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644CDD4-5224-2ECC-5F9E-D7184F441C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847" y="19736503"/>
            <a:ext cx="9712519" cy="49574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F67CB33-8AA9-9482-5423-0BCC8D63FD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9247" y="20296466"/>
            <a:ext cx="10777182" cy="41822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3CF1387A-418A-3BEE-27B1-4C09AB1B3A30}"/>
              </a:ext>
            </a:extLst>
          </p:cNvPr>
          <p:cNvSpPr txBox="1"/>
          <p:nvPr/>
        </p:nvSpPr>
        <p:spPr>
          <a:xfrm>
            <a:off x="2077686" y="13992651"/>
            <a:ext cx="7709707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source-code-pro"/>
              </a:rPr>
              <a:t>NotImplementedError: multiple generators [x, sin(x)]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source-code-pro"/>
              </a:rPr>
              <a:t>No algorithms are implemented to solve equation x - 967*sin(x)/1000 - 10*pi/19</a:t>
            </a:r>
            <a:endParaRPr lang="en-US" i="1" dirty="0">
              <a:solidFill>
                <a:srgbClr val="FF0000"/>
              </a:solidFill>
            </a:endParaRPr>
          </a:p>
        </p:txBody>
      </p:sp>
      <p:pic>
        <p:nvPicPr>
          <p:cNvPr id="55" name="Content Placeholder 6">
            <a:extLst>
              <a:ext uri="{FF2B5EF4-FFF2-40B4-BE49-F238E27FC236}">
                <a16:creationId xmlns:a16="http://schemas.microsoft.com/office/drawing/2014/main" id="{8E22741F-9228-22DE-1EF0-3875F3C53B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7" y="20931432"/>
            <a:ext cx="10843065" cy="12469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7240B79F-5A93-AAA0-489A-934293D8D842}"/>
              </a:ext>
            </a:extLst>
          </p:cNvPr>
          <p:cNvSpPr/>
          <p:nvPr/>
        </p:nvSpPr>
        <p:spPr>
          <a:xfrm>
            <a:off x="-80064" y="22456506"/>
            <a:ext cx="11088688" cy="105261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58D8C77-2FFA-13A3-DC44-54149E484869}"/>
              </a:ext>
            </a:extLst>
          </p:cNvPr>
          <p:cNvSpPr txBox="1"/>
          <p:nvPr/>
        </p:nvSpPr>
        <p:spPr>
          <a:xfrm>
            <a:off x="330202" y="22560829"/>
            <a:ext cx="10312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Polynomials</a:t>
            </a:r>
          </a:p>
        </p:txBody>
      </p:sp>
      <p:pic>
        <p:nvPicPr>
          <p:cNvPr id="58" name="Picture 4">
            <a:extLst>
              <a:ext uri="{FF2B5EF4-FFF2-40B4-BE49-F238E27FC236}">
                <a16:creationId xmlns:a16="http://schemas.microsoft.com/office/drawing/2014/main" id="{53A56F09-B04F-AA3C-B431-D52ADDAE7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217" y="23679374"/>
            <a:ext cx="10843065" cy="26836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9DD4B960-8CC5-E1AE-734D-A4DEB224E71C}"/>
              </a:ext>
            </a:extLst>
          </p:cNvPr>
          <p:cNvSpPr txBox="1"/>
          <p:nvPr/>
        </p:nvSpPr>
        <p:spPr>
          <a:xfrm>
            <a:off x="319357" y="26673541"/>
            <a:ext cx="105949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≤ degree 4, Closed Form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May involve i, </a:t>
            </a:r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complex</a:t>
            </a: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numbers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5D1441-C65D-9BD3-B3A5-C7E0D75E5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7" y="28574089"/>
            <a:ext cx="5057775" cy="3762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F9EE173-5C83-63A3-F369-20E90A51E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726" y="16269293"/>
            <a:ext cx="4977361" cy="32281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0DBDA63F-96AA-53A6-719F-99776A8BE921}"/>
              </a:ext>
            </a:extLst>
          </p:cNvPr>
          <p:cNvSpPr/>
          <p:nvPr/>
        </p:nvSpPr>
        <p:spPr>
          <a:xfrm>
            <a:off x="32908873" y="8085298"/>
            <a:ext cx="11010900" cy="8038937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E3AFEAD-F788-851A-7910-927E32D27314}"/>
              </a:ext>
            </a:extLst>
          </p:cNvPr>
          <p:cNvSpPr txBox="1"/>
          <p:nvPr/>
        </p:nvSpPr>
        <p:spPr>
          <a:xfrm>
            <a:off x="33330473" y="8326259"/>
            <a:ext cx="1054167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Exp, Log and x</a:t>
            </a:r>
          </a:p>
          <a:p>
            <a:endParaRPr lang="en-US" sz="4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sz="4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sz="4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sz="4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sz="4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sz="4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Allow </a:t>
            </a:r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Lambert’s W</a:t>
            </a: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function? Yes!</a:t>
            </a:r>
          </a:p>
        </p:txBody>
      </p:sp>
      <p:pic>
        <p:nvPicPr>
          <p:cNvPr id="62" name="Picture 2" descr="A table with text and images&#10;&#10;Description automatically generated with medium confidence">
            <a:extLst>
              <a:ext uri="{FF2B5EF4-FFF2-40B4-BE49-F238E27FC236}">
                <a16:creationId xmlns:a16="http://schemas.microsoft.com/office/drawing/2014/main" id="{DDECDE61-ECFB-7375-46E6-800FCDC14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08899" y="9218673"/>
            <a:ext cx="10665357" cy="37862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3" name="Picture 4">
            <a:extLst>
              <a:ext uri="{FF2B5EF4-FFF2-40B4-BE49-F238E27FC236}">
                <a16:creationId xmlns:a16="http://schemas.microsoft.com/office/drawing/2014/main" id="{8FAE64A3-AF1B-A23B-8A15-2B98E86EC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013649" y="13856186"/>
            <a:ext cx="10760608" cy="20176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24" name="Rectangle 1023">
            <a:extLst>
              <a:ext uri="{FF2B5EF4-FFF2-40B4-BE49-F238E27FC236}">
                <a16:creationId xmlns:a16="http://schemas.microsoft.com/office/drawing/2014/main" id="{B130D0AE-077A-2200-186D-D6541A7397BC}"/>
              </a:ext>
            </a:extLst>
          </p:cNvPr>
          <p:cNvSpPr/>
          <p:nvPr/>
        </p:nvSpPr>
        <p:spPr>
          <a:xfrm>
            <a:off x="32936773" y="16124235"/>
            <a:ext cx="10982324" cy="71936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A5EA1CB5-0DDF-4559-9C49-7FC7855BD107}"/>
              </a:ext>
            </a:extLst>
          </p:cNvPr>
          <p:cNvSpPr txBox="1"/>
          <p:nvPr/>
        </p:nvSpPr>
        <p:spPr>
          <a:xfrm>
            <a:off x="33330473" y="16615686"/>
            <a:ext cx="10312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Trigonometric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Simple, yes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Commensurate Frequency, depends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Non-Commensurate, usually not</a:t>
            </a:r>
          </a:p>
          <a:p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Trigonometric and x, Exp, Log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Mostly nope</a:t>
            </a:r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B50AC4-601D-1137-A56E-AAEC58952326}"/>
              </a:ext>
            </a:extLst>
          </p:cNvPr>
          <p:cNvSpPr/>
          <p:nvPr/>
        </p:nvSpPr>
        <p:spPr>
          <a:xfrm>
            <a:off x="23520399" y="32279338"/>
            <a:ext cx="9366250" cy="523220"/>
          </a:xfrm>
          <a:prstGeom prst="rect">
            <a:avLst/>
          </a:prstGeom>
          <a:solidFill>
            <a:srgbClr val="15608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30D7777E-90B1-EE21-8340-B594F0B4317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040660" y="20903935"/>
            <a:ext cx="10779323" cy="19049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30" name="Rectangle 1029">
            <a:extLst>
              <a:ext uri="{FF2B5EF4-FFF2-40B4-BE49-F238E27FC236}">
                <a16:creationId xmlns:a16="http://schemas.microsoft.com/office/drawing/2014/main" id="{711A9B39-5C43-3C9F-7EE1-EED7761D3A7F}"/>
              </a:ext>
            </a:extLst>
          </p:cNvPr>
          <p:cNvSpPr/>
          <p:nvPr/>
        </p:nvSpPr>
        <p:spPr>
          <a:xfrm>
            <a:off x="32937446" y="23347451"/>
            <a:ext cx="11010900" cy="95916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736D0034-89D1-842C-1F18-370880E79E46}"/>
              </a:ext>
            </a:extLst>
          </p:cNvPr>
          <p:cNvSpPr txBox="1"/>
          <p:nvPr/>
        </p:nvSpPr>
        <p:spPr>
          <a:xfrm>
            <a:off x="33397146" y="23588412"/>
            <a:ext cx="10541677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Takeaways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Nopes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5</a:t>
            </a:r>
            <a:r>
              <a:rPr lang="en-US" sz="4400" baseline="30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</a:t>
            </a: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degree polynomial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 or log with x (Yep, with W)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 and log together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Just Trig: </a:t>
            </a:r>
            <a:r>
              <a:rPr lang="en-US" sz="4400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see above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Trig and x/exp/log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Surprises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Allow W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SymPy useful &amp;</a:t>
            </a:r>
            <a:r>
              <a:rPr lang="en-US" sz="4400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fun</a:t>
            </a:r>
          </a:p>
          <a:p>
            <a:pPr lvl="2"/>
            <a:r>
              <a:rPr lang="en-US" sz="4400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Another project: Newtonian</a:t>
            </a:r>
            <a:br>
              <a:rPr lang="en-US" sz="4400" i="1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sz="4400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physics </a:t>
            </a:r>
            <a:r>
              <a:rPr lang="en-US" sz="4400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isn’t deterministic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Numerical when needed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E5805-BFB9-00A3-6E69-46E25A287B13}"/>
              </a:ext>
            </a:extLst>
          </p:cNvPr>
          <p:cNvSpPr txBox="1"/>
          <p:nvPr/>
        </p:nvSpPr>
        <p:spPr>
          <a:xfrm>
            <a:off x="23604177" y="32289702"/>
            <a:ext cx="95202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chemeClr val="bg1"/>
                </a:solidFill>
                <a:effectLst/>
                <a:latin typeface="sohne"/>
              </a:rPr>
              <a:t>A Python Refereeing an Italian Renaissance Mathematics Duel 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033" name="Picture 6">
            <a:extLst>
              <a:ext uri="{FF2B5EF4-FFF2-40B4-BE49-F238E27FC236}">
                <a16:creationId xmlns:a16="http://schemas.microsoft.com/office/drawing/2014/main" id="{566E60DD-7793-8F9C-20DE-C1238E3E9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9060" y="30505792"/>
            <a:ext cx="1085851" cy="1085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4" name="Rectangle 1033">
            <a:extLst>
              <a:ext uri="{FF2B5EF4-FFF2-40B4-BE49-F238E27FC236}">
                <a16:creationId xmlns:a16="http://schemas.microsoft.com/office/drawing/2014/main" id="{06D2C7AA-845E-757F-781A-EC7040F8987E}"/>
              </a:ext>
            </a:extLst>
          </p:cNvPr>
          <p:cNvSpPr/>
          <p:nvPr/>
        </p:nvSpPr>
        <p:spPr>
          <a:xfrm>
            <a:off x="33898799" y="30434548"/>
            <a:ext cx="9914276" cy="12283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42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1858</TotalTime>
  <Words>304</Words>
  <Application>Microsoft Office PowerPoint</Application>
  <PresentationFormat>Custom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source-code-pro</vt:lpstr>
      <vt:lpstr>Aptos Display</vt:lpstr>
      <vt:lpstr>sohne</vt:lpstr>
      <vt:lpstr>Calibri</vt:lpstr>
      <vt:lpstr> Montserrat Bold</vt:lpstr>
      <vt:lpstr>Aptos</vt:lpstr>
      <vt:lpstr>Montserrat Italic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 K</dc:creator>
  <cp:lastModifiedBy>Carl K</cp:lastModifiedBy>
  <cp:revision>1</cp:revision>
  <dcterms:created xsi:type="dcterms:W3CDTF">2025-06-16T19:25:19Z</dcterms:created>
  <dcterms:modified xsi:type="dcterms:W3CDTF">2025-06-18T15:07:43Z</dcterms:modified>
</cp:coreProperties>
</file>